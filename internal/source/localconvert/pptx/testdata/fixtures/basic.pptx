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Mention Europe performance first.</a:t>
            </a:r>
          </a:p>
        </p:txBody>
      </p:sp>
    </p:spTree>
  </p:cSld>
</p:notes>
</file>

<file path=ppt/slides/_rels/slide1.xml.rels><Relationships xmlns="http://schemas.openxmlformats.org/package/2006/relationships">
  <Relationship Id="rIdImage1" Type="http://schemas.openxmlformats.org/officeDocument/2006/relationships/image" Target="../media/image1.png"/>
  <Relationship Id="rIdNotes1" Type="http://schemas.openxmlformats.org/officeDocument/2006/relationships/notesSlide" Target="../notesSlides/notesSlide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 1"/>
          <p:nvPr>
            <p:ph type="title"/>
          </p:nvPr>
        </p:nvSpPr>
        <p:txBody>
          <a:p>
            <a:r>
              <a:t>Quarterly Review</a:t>
            </a:r>
          </a:p>
        </p:txBody>
      </p:sp>
      <p:sp>
        <p:nvSpPr>
          <p:cNvPr id="3" name="Subtitle"/>
          <p:nvPr>
            <p:ph type="subTitle"/>
          </p:nvPr>
        </p:nvSpPr>
        <p:txBody>
          <a:p>
            <a:r>
              <a:t>Q2 business update</a:t>
            </a:r>
          </a:p>
        </p:txBody>
      </p:sp>
      <p:sp>
        <p:nvSpPr>
          <p:cNvPr id="4" name="Content"/>
          <p:nvPr/>
        </p:nvSpPr>
        <p:txBody>
          <a:p>
            <a:pPr lvl="0"/>
            <a:r>
              <a:t>Revenue up 12%</a:t>
            </a:r>
          </a:p>
          <a:p>
            <a:pPr lvl="0"/>
            <a:r>
              <a:t>Churn down 3%</a:t>
            </a:r>
          </a:p>
        </p:txBody>
      </p:sp>
      <p:pic>
        <p:nvPicPr>
          <p:cNvPr id="5" name="Picture 1" descr="Architecture diagram"/>
        </p:nvPicPr>
        <p:blipFill>
          <a:blip r:embed="rIdImage1"/>
        </p:blipFill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nvPr>
            <p:ph type="title"/>
          </p:nvPr>
        </p:nvSpPr>
        <p:txBody>
          <a:p>
            <a:r>
              <a:t>Roadmap</a:t>
            </a:r>
          </a:p>
        </p:txBody>
      </p:sp>
      <p:sp>
        <p:nvSpPr>
          <p:cNvPr id="3" name="Content"/>
          <p:nvPr/>
        </p:nvSpPr>
        <p:txBody>
          <a:p>
            <a:pPr lvl="0"/>
            <a:r>
              <a:t>Parse slides</a:t>
            </a:r>
          </a:p>
          <a:p>
            <a:pPr lvl="0"/>
            <a:r>
              <a:t>Extract images</a:t>
            </a:r>
          </a:p>
          <a:p>
            <a:pPr lvl="0"/>
            <a:r>
              <a:t>Emit Markdown</a:t>
            </a:r>
          </a:p>
        </p:txBody>
      </p:sp>
    </p:spTree>
  </p:cSld>
</p:sld>
</file>