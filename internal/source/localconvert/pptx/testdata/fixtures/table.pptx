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nvPr>
            <p:ph type="title"/>
          </p:nvPr>
        </p:nvSpPr>
        <p:txBody>
          <a:p>
            <a:r>
              <a:t>Status Table</a:t>
            </a:r>
          </a:p>
        </p:txBody>
      </p:sp>
      <p:graphicFrame>
        <a:graphic>
          <a:graphicData>
            <a:tbl>
              <a:tr>
                <a:tc>
                  <a:txBody>
                    <a:p>
                      <a:r>
                        <a:t>Area</a:t>
                      </a:r>
                    </a:p>
                  </a:txBody>
                </a:tc>
                <a:tc>
                  <a:txBody>
                    <a:p>
                      <a:r>
                        <a:t>Status</a:t>
                      </a:r>
                    </a:p>
                  </a:txBody>
                </a:tc>
              </a:tr>
              <a:tr>
                <a:tc>
                  <a:txBody>
                    <a:p>
                      <a:r>
                        <a:t>Parser</a:t>
                      </a:r>
                    </a:p>
                  </a:txBody>
                </a:tc>
                <a:tc>
                  <a:txBody>
                    <a:p>
                      <a:r>
                        <a:t>Done</a:t>
                      </a:r>
                    </a:p>
                  </a:txBody>
                </a:tc>
              </a:tr>
            </a:tbl>
          </a:graphicData>
        </a:graphic>
      </p:graphicFrame>
    </p:spTree>
  </p:cSld>
</p:sld>
</file>